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-15240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 — THE INWARD JOURNEY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2095500"/>
            <a:ext cx="14287500" cy="112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track everything.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1257300" y="3286125"/>
            <a:ext cx="14287500" cy="112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Except ourselves.</a:t>
            </a:r>
            <a:endParaRPr lang="en-US" sz="8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144000" y="5715000"/>
            <a:ext cx="3048000" cy="19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3500" y="57150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MEASURE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33500" y="6286500"/>
            <a:ext cx="6667500" cy="2476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Steps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Finances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Calendars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Notifications</a:t>
            </a:r>
            <a:endParaRPr lang="en-US" sz="3900" dirty="0"/>
          </a:p>
        </p:txBody>
      </p:sp>
      <p:sp>
        <p:nvSpPr>
          <p:cNvPr id="9" name="Text 5"/>
          <p:cNvSpPr/>
          <p:nvPr/>
        </p:nvSpPr>
        <p:spPr>
          <a:xfrm>
            <a:off x="9715500" y="57150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LOSE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715500" y="6286500"/>
            <a:ext cx="6667500" cy="2476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Emotions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Motivations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Patterns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Meaning</a:t>
            </a:r>
            <a:endParaRPr lang="en-US" sz="3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525000"/>
            <a:ext cx="152400" cy="152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38300" y="9448800"/>
            <a:ext cx="1047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connected to the world. Quietly disconnected from ourselves.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-1905000" y="-1524000"/>
            <a:ext cx="7620000" cy="762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42875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don't we understand ourselves?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333500" y="3810000"/>
            <a:ext cx="104775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“I keep procrastinating. Why?”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33500" y="4762500"/>
            <a:ext cx="123825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“Why did that conversation affect me so much?”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33500" y="5715000"/>
            <a:ext cx="123825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“Why do I keep repeating the same pattern?”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333500" y="6667500"/>
            <a:ext cx="133350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“I feel overwhelmed. But what is actually happening?”</a:t>
            </a:r>
            <a:endParaRPr lang="en-US" sz="3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8953500"/>
            <a:ext cx="15621000" cy="190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448800"/>
            <a:ext cx="152400" cy="152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38300" y="9372600"/>
            <a:ext cx="1333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endless information about the world — and little clarity about ourselves.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430000" y="28575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INSIGHT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3335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Self-awareness isn't a one-time answer.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257300" y="2714625"/>
            <a:ext cx="13335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It's a journey.</a:t>
            </a:r>
            <a:endParaRPr lang="en-US" sz="5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4381500"/>
            <a:ext cx="5334000" cy="533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05750" y="4667250"/>
            <a:ext cx="2476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Notice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0287000" y="5715000"/>
            <a:ext cx="2095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Reflect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10001250" y="7620000"/>
            <a:ext cx="2476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Understand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7905750" y="9048750"/>
            <a:ext cx="2476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5810250" y="7620000"/>
            <a:ext cx="2095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5715000" y="5715000"/>
            <a:ext cx="2095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Reflect</a:t>
            </a:r>
            <a:endParaRPr lang="en-US" sz="2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25" y="4695825"/>
            <a:ext cx="133350" cy="1333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3500" y="5143500"/>
            <a:ext cx="4381500" cy="198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i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Repeated small experiences lead to meaningful patterns over time.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-15240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Meet SWA — The Inward Journey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1333500" y="3143250"/>
            <a:ext cx="12382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personalized, continuous journey to understand yourself better.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33500" y="45720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DAILY EXPERIENCE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33500" y="5143500"/>
            <a:ext cx="28575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Morning</a:t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Reflection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381500" y="5143500"/>
            <a:ext cx="32385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Small Awareness</a:t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Experiences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001000" y="5143500"/>
            <a:ext cx="28575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Evening</a:t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Reflection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1049000" y="5143500"/>
            <a:ext cx="30480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Pattern</a:t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Recognition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4287500" y="5143500"/>
            <a:ext cx="30480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Personalized</a:t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Insights</a:t>
            </a:r>
            <a:endParaRPr lang="en-US" sz="2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6829425"/>
            <a:ext cx="15240000" cy="762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448800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38300" y="9372600"/>
            <a:ext cx="1333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experience takes just 30–90 seconds — small moments that compound into real understanding.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2858750" y="3810000"/>
            <a:ext cx="7620000" cy="762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US DIFFERENT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4287500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 another journal.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257300" y="2762250"/>
            <a:ext cx="14287500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 another wellness app.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1333500" y="4476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33500" y="48101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381500" y="4476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381500" y="48101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15250" y="4476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715250" y="48101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LONGITUDINAL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33500" y="58102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333500" y="6143625"/>
            <a:ext cx="4953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PSYCHOLOGICALLY GROUNDED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715250" y="58102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715250" y="61436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</a:t>
            </a:r>
            <a:endParaRPr lang="en-US" sz="2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7239000"/>
            <a:ext cx="11430000" cy="190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33500" y="7715250"/>
            <a:ext cx="142875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SWA doesn't tell you who you are. It helps you notice who you are becoming.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57300" y="1524000"/>
            <a:ext cx="142875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generation ready to look inward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3048000"/>
            <a:ext cx="3810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BEACHHEAD → EXPANSION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33500" y="3524250"/>
            <a:ext cx="304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College Students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development · academic pressure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33500" y="4857750"/>
            <a:ext cx="7239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→ Working Professionals → Organizations → Global Ecosystem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5495925"/>
            <a:ext cx="7239000" cy="76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3500" y="6191250"/>
            <a:ext cx="32385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$5.6B</a:t>
            </a:r>
            <a:endParaRPr lang="en-US" sz="4350" dirty="0"/>
          </a:p>
        </p:txBody>
      </p:sp>
      <p:sp>
        <p:nvSpPr>
          <p:cNvPr id="10" name="Text 7"/>
          <p:cNvSpPr/>
          <p:nvPr/>
        </p:nvSpPr>
        <p:spPr>
          <a:xfrm>
            <a:off x="1333500" y="6858000"/>
            <a:ext cx="3429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wellness apps market by 2030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43500" y="6191250"/>
            <a:ext cx="32385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16.5%</a:t>
            </a:r>
            <a:endParaRPr lang="en-US" sz="4350" dirty="0"/>
          </a:p>
        </p:txBody>
      </p:sp>
      <p:sp>
        <p:nvSpPr>
          <p:cNvPr id="12" name="Text 9"/>
          <p:cNvSpPr/>
          <p:nvPr/>
        </p:nvSpPr>
        <p:spPr>
          <a:xfrm>
            <a:off x="5143500" y="6858000"/>
            <a:ext cx="34290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growth in self-improvement tech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33500" y="7810500"/>
            <a:ext cx="7239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of college students report high stress and low self-clarity.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333500" y="9525000"/>
            <a:ext cx="723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Grand View Research 2023 · APA College Wellness Report 2022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3143250"/>
            <a:ext cx="6858000" cy="5905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82250" y="3429000"/>
            <a:ext cx="3810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GAP</a:t>
            </a:r>
            <a:endParaRPr lang="en-US" sz="15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475" y="6162675"/>
            <a:ext cx="5343525" cy="7620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848975" y="4352925"/>
            <a:ext cx="4010025" cy="76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82250" y="4000500"/>
            <a:ext cx="2095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4859000" y="6286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0" y="4381500"/>
            <a:ext cx="857250" cy="8572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478000" y="5381625"/>
            <a:ext cx="16192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SWA</a:t>
            </a:r>
            <a:endParaRPr lang="en-US" sz="1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7620000"/>
            <a:ext cx="381000" cy="38100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0" y="7048500"/>
            <a:ext cx="381000" cy="3810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382250" y="8382000"/>
            <a:ext cx="571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apps cluster low — SWA owns continuous + personalized.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28575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SCALE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3335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Business Model and Growth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33500" y="4000500"/>
            <a:ext cx="285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FOUNDATION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33500" y="4381500"/>
            <a:ext cx="4191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Free / Core Journey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33500" y="5048250"/>
            <a:ext cx="419100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reflections and awareness experiences, free for everyone to build the habit.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67500" y="4000500"/>
            <a:ext cx="285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REVENUE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4381500"/>
            <a:ext cx="4191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Premium Modules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667500" y="5048250"/>
            <a:ext cx="4191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Deeper insights, personalized modules and longitudinal pattern analysis.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2001500" y="4000500"/>
            <a:ext cx="285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EXPANSION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001500" y="4381500"/>
            <a:ext cx="4381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Organizations &amp; Beyond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2001500" y="5048250"/>
            <a:ext cx="43815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expansion to broader audiences, schools and workplaces.</a:t>
            </a:r>
            <a:endParaRPr lang="en-US" sz="1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6829425"/>
            <a:ext cx="15049500" cy="762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448800"/>
            <a:ext cx="152400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38300" y="9372600"/>
            <a:ext cx="1333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growth — value first, revenue that scales with depth of engagement.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2382500" y="2857500"/>
            <a:ext cx="9525000" cy="952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6500" y="2857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Technology has taught us to look outward.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476500" y="400050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5F3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SWA helps us look inward.</a:t>
            </a:r>
            <a:endParaRPr lang="en-US" sz="6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905500"/>
            <a:ext cx="1905000" cy="19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76500" y="6477000"/>
            <a:ext cx="13335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SWA — The Inward Journey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9295407b-a2c6-4541-a588-228cf5849927</dc:title>
  <dc:subject>Presentation Export</dc:subject>
  <dc:creator>Design Export</dc:creator>
  <cp:lastModifiedBy>Design Export</cp:lastModifiedBy>
  <cp:revision>1</cp:revision>
  <dcterms:created xsi:type="dcterms:W3CDTF">2026-08-16T03:29:50Z</dcterms:created>
  <dcterms:modified xsi:type="dcterms:W3CDTF">2026-08-16T03:29:50Z</dcterms:modified>
</cp:coreProperties>
</file>